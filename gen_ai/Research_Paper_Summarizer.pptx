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0" r:id="rId6"/>
    <p:sldId id="263" r:id="rId7"/>
    <p:sldId id="264" r:id="rId8"/>
    <p:sldId id="265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52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731520"/>
            <a:ext cx="2926080" cy="2926080"/>
          </a:xfrm>
          <a:prstGeom prst="ellipse">
            <a:avLst/>
          </a:prstGeom>
          <a:solidFill>
            <a:srgbClr val="2A3255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822960"/>
            <a:ext cx="1463040" cy="146304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120640"/>
            <a:ext cx="3108960" cy="3108960"/>
          </a:xfrm>
          <a:prstGeom prst="ellipse">
            <a:avLst/>
          </a:prstGeom>
          <a:solidFill>
            <a:srgbClr val="2A32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&amp; Transformer-based system to extract, process, and summarize research papers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841248" cy="384048"/>
          </a:xfrm>
          <a:prstGeom prst="roundRect">
            <a:avLst>
              <a:gd name="adj" fmla="val 19048"/>
            </a:avLst>
          </a:prstGeom>
          <a:solidFill>
            <a:srgbClr val="2A3255"/>
          </a:solidFill>
          <a:ln w="12700">
            <a:solidFill>
              <a:srgbClr val="3FA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521208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A3255"/>
          </a:solidFill>
          <a:ln w="12700">
            <a:solidFill>
              <a:srgbClr val="3FA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521208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Transformer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52120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A3255"/>
          </a:solidFill>
          <a:ln w="12700">
            <a:solidFill>
              <a:srgbClr val="3FA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521208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521208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2A3255"/>
          </a:solidFill>
          <a:ln w="12700">
            <a:solidFill>
              <a:srgbClr val="3FA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52120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B8C6A8-4683-EA4A-2981-97382A9E391A}"/>
              </a:ext>
            </a:extLst>
          </p:cNvPr>
          <p:cNvSpPr txBox="1"/>
          <p:nvPr/>
        </p:nvSpPr>
        <p:spPr>
          <a:xfrm>
            <a:off x="8138160" y="5434875"/>
            <a:ext cx="4196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30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dirty="0"/>
          </a:p>
          <a:p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SAI TEJA (192472137)</a:t>
            </a:r>
            <a:b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KIRAN KUMAR (192472321)</a:t>
            </a:r>
            <a:b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SIVA KARTHIK REDDY (192472394)</a:t>
            </a:r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3FA30F-5E12-F73B-5F2D-A1D1E5D7FC82}"/>
              </a:ext>
            </a:extLst>
          </p:cNvPr>
          <p:cNvSpPr txBox="1"/>
          <p:nvPr/>
        </p:nvSpPr>
        <p:spPr>
          <a:xfrm>
            <a:off x="2607012" y="5963054"/>
            <a:ext cx="348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: </a:t>
            </a:r>
          </a:p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DR . K. MALATHI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005840" cy="100584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42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4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are dense, technical, and time-consuming to read in full. This project presents an AI-powered Research Paper Summarizer that automatically extracts text from an uploaded PDF or plain-text document and generates a concise, structured summary using transformer-based Large Language Models.</a:t>
            </a:r>
            <a:endParaRPr lang="en-US" sz="1550" dirty="0"/>
          </a:p>
          <a:p>
            <a:pPr marL="0" indent="0">
              <a:lnSpc>
                <a:spcPts val="2600"/>
              </a:lnSpc>
              <a:buNone/>
            </a:pPr>
            <a:endParaRPr lang="en-US" sz="15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around three core modules — input handling, text processing, and summary generation — and is delivered through an interactive Streamlit interface. Users can control the summary length and instantly receive a summary that captures the paper's Problem, Method, Results, and Conclusion, reducing review time while preserving the key scientific content.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published research grows every year, making it increasingly difficult for students, researchers, and professionals to keep up. Reading full-length papers to identify relevant findings is slow and often impractical at scale.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Natural Language Processing and Large Language Models to automate the summarization process — turning a lengthy paper into a short, structured overview that highlights exactly what the research set out to do, how it was done, and what it found.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44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2331720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8366760" y="2331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reading full-length papers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3044952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8366760" y="3044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PDF or plain-text input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3758184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8366760" y="375818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transformer-based LLMs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4471416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4471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8366760" y="447141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problem, method &amp; 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309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44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2880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are long, technically dense, and written in domain-specific language. Manually reading each paper to extract the problem, method, results, and conclusion is time-consuming and does not scale when a researcher must review dozens of papers.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automated tool that can take a research paper as input and reliably produce an accurate, concise summary — without losing the paper's core scientific meaning.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046720" y="1737360"/>
            <a:ext cx="2011680" cy="2011680"/>
          </a:xfrm>
          <a:prstGeom prst="ellipse">
            <a:avLst/>
          </a:prstGeom>
          <a:solidFill>
            <a:srgbClr val="1E2440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3FA9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3063240"/>
            <a:ext cx="777240" cy="777240"/>
          </a:xfrm>
          <a:prstGeom prst="line">
            <a:avLst/>
          </a:prstGeom>
          <a:noFill/>
          <a:ln w="101600">
            <a:solidFill>
              <a:srgbClr val="3FA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06640" y="4846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to read.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28216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28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60020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PDF or plain-text research papers as input through a simple Streamlit interface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24328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496312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clean raw text, preparing it for NLP-based processing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92424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accurate, structured summaries using transformer / LLM-based models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16552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288536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control summary length and surface key points on demand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12664"/>
            <a:ext cx="502920" cy="5029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12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184648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summary that captures the Problem, Method, Results, and Conclusion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Paper / Text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18288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of the system. Users upload a research paper as a PDF or paste plain text directly into the Streamlit app. This module validates the file, extracts raw text, and passes it forward for processing — forming the foundation the rest of the pipeline depends 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text extraction (e.g. PyPDF2 / pdfplumber)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818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Plain-text ingestion &amp; encoding checks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5202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file-uploader UI component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23760" y="2057400"/>
            <a:ext cx="685800" cy="685800"/>
          </a:xfrm>
          <a:prstGeom prst="ellipse">
            <a:avLst/>
          </a:prstGeom>
          <a:solidFill>
            <a:srgbClr val="1E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924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research paper (.pdf)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0" y="374904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3977640"/>
            <a:ext cx="685800" cy="68580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0924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43434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type text directly into the app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Text 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18288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extracted text is rarely clean. This module prepares the paper for the summarization model by removing noise and structuring the content into meaningful, model-ready segments.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3108960"/>
            <a:ext cx="731520" cy="7315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44805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headers, footers, references &amp; artifacts left over from extraction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3108960"/>
            <a:ext cx="731520" cy="731520"/>
          </a:xfrm>
          <a:prstGeom prst="ellipse">
            <a:avLst/>
          </a:prstGeom>
          <a:solidFill>
            <a:srgbClr val="1E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2152" y="44805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paper into sections / chunks (abstract, sections, paragraphs)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83464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3108960"/>
            <a:ext cx="731520" cy="73152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760" dirty="0"/>
          </a:p>
        </p:txBody>
      </p:sp>
      <p:sp>
        <p:nvSpPr>
          <p:cNvPr id="20" name="Text 18"/>
          <p:cNvSpPr/>
          <p:nvPr/>
        </p:nvSpPr>
        <p:spPr>
          <a:xfrm>
            <a:off x="617220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44805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and normalize text for NLP &amp; transformer model input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32520" y="283464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44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46920" y="3108960"/>
            <a:ext cx="731520" cy="731520"/>
          </a:xfrm>
          <a:prstGeom prst="ellipse">
            <a:avLst/>
          </a:prstGeom>
          <a:solidFill>
            <a:srgbClr val="1E2440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760" dirty="0"/>
          </a:p>
        </p:txBody>
      </p:sp>
      <p:sp>
        <p:nvSpPr>
          <p:cNvPr id="25" name="Text 23"/>
          <p:cNvSpPr/>
          <p:nvPr/>
        </p:nvSpPr>
        <p:spPr>
          <a:xfrm>
            <a:off x="886968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Key-phrase tagging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97112" y="448056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candidate key points and section boundaries for summarization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Summary Generation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18288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processed text is passed to a transformer-based LLM that generates a concise, structured summary. The model is guided to surface the paper's problem, method, results, and conclusion, and the user can adjust the desired summary length or request extracted key points.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exposed to the 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Summary length (short / medium / long)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50932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Key-points-only view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54772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structured summary view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4572000" cy="4206240"/>
          </a:xfrm>
          <a:prstGeom prst="roundRect">
            <a:avLst>
              <a:gd name="adj" fmla="val 2174"/>
            </a:avLst>
          </a:prstGeom>
          <a:solidFill>
            <a:srgbClr val="1E244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SUMMARY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514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78040" y="28072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long papers manually is slow and hard to scale.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3410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7804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 + transformer-based summarization pipeline.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4306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78040" y="45994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summaries generated in seconds, length adjustable.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5202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78040" y="54955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9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summarization meaningfully reduces review time.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Summarizer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2A325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108960" cy="3108960"/>
          </a:xfrm>
          <a:prstGeom prst="ellipse">
            <a:avLst/>
          </a:prstGeom>
          <a:solidFill>
            <a:srgbClr val="2A3255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801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Kumar</cp:lastModifiedBy>
  <cp:revision>2</cp:revision>
  <dcterms:created xsi:type="dcterms:W3CDTF">2026-07-27T15:25:13Z</dcterms:created>
  <dcterms:modified xsi:type="dcterms:W3CDTF">2026-07-28T02:39:47Z</dcterms:modified>
</cp:coreProperties>
</file>
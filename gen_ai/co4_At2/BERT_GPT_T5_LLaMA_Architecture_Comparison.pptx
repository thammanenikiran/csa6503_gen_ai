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MODEL COMPARISON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vs GPT vs T5 vs LLaMA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architecture-based comparison of four landmark Transformer models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NLP tasks each is best suited for.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3B4C9E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2084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B85042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Comparing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architectures of BERT, GPT, T5, and LLaMA — explain the major architectural differences, and identify the type of NLP tasks each architecture is best suited for.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3284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Transformer building blocks shared by all four models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04164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8678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model wires the encoder / decoder differently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7000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0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6451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pre-training objective behind each architecture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3583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3035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real-world NLP tasks each architecture excels at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680960" y="16916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80960" y="27432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743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680960" y="37947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3B4C9E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3794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80960" y="4846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48463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Building Blocks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are built on the Transformer, but they assemble and use its parts differently.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every token weigh the relevance of every other token, building contextual representations instead of fixed word meanings.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90872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Information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39319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order into the model — via learned absolute positions (BERT, GPT), relative biases (T5), or rotary embeddings, RoPE (LLaMA).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84464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2560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58784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Layers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58784" y="39319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fully-connected layers after attention that add non-linear transformation capacity to each token's representation.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" cy="54864"/>
          </a:xfrm>
          <a:prstGeom prst="round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Architecture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Transformer encoder layers only — no decoder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bidirectional — every token sees full left &amp; right context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Modeling (MLM) + Next Sentence Prediction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tasks: classification, NER, extractive QA, sentence similarity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BERT reads the whole sentence at once, it builds a deep contextual understanding of meaning — ideal when the task is to interpret text, not generate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" cy="54864"/>
          </a:xfrm>
          <a:prstGeom prst="round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Architecture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of Transformer decoder layers only — no encoder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(masked) self-attention — each token sees only prior tokens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Modeling — predict the next token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open-ended chat, completion, creative writing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GPT's left-to-right generation makes it naturally suited to producing fluent, coherent text one token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" cy="54864"/>
          </a:xfrm>
          <a:prstGeom prst="round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 Architecture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Transformer — encoder AND decoder, joined by cross-attention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 encoder, causal in decoder, cross-attention between them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Text-to-Text: every task reframed as "input text → output text"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summarization, and any task expressible as text-to-text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unifies understanding and generation in one framework, trading some efficiency for remarkable task flexibility.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Decoder-Only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" cy="54864"/>
          </a:xfrm>
          <a:prstGeom prst="round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Architecture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Decoder-only, like GPT, but with efficiency-focused redesigns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self-attention using Rotary Positional Embeddings (RoPE)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 Modeling at very large scale on curated data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efficient text generation, chat, and reasoning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RMSNorm, SwiGLU activations, and RoPE let LLaMA scale efficiently, making it a strong open-source foundation for generative applications.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Comparison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344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83080" y="1691640"/>
            <a:ext cx="210312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169164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Type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86200" y="1691640"/>
            <a:ext cx="219456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16916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Pattern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233172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6916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Info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28346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691640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234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94560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83080" y="219456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56232" y="219456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86200" y="219456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2194560"/>
            <a:ext cx="2048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2194560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219456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absolute positions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0" y="219456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219456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NER, extractive QA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123444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63240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83080" y="3063240"/>
            <a:ext cx="210312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6232" y="306324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86200" y="3063240"/>
            <a:ext cx="219456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9352" y="3063240"/>
            <a:ext cx="2048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(masked)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3063240"/>
            <a:ext cx="233172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306324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absolute positions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3063240"/>
            <a:ext cx="283464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306324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chat, completion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234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931920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83080" y="393192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6232" y="393192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886200" y="393192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9352" y="3931920"/>
            <a:ext cx="2048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Bi. + causal + cross-attn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80760" y="3931920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393192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biases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12480" y="39319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393192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summarization, multi-task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800600"/>
            <a:ext cx="123444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800600"/>
            <a:ext cx="1088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783080" y="4800600"/>
            <a:ext cx="210312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56232" y="480060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886200" y="4800600"/>
            <a:ext cx="219456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9352" y="4800600"/>
            <a:ext cx="20482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(RoPE-based)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080760" y="4800600"/>
            <a:ext cx="233172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53912" y="480060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embeddings (RoPE)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412480" y="4800600"/>
            <a:ext cx="2834640" cy="868680"/>
          </a:xfrm>
          <a:prstGeom prst="rect">
            <a:avLst/>
          </a:prstGeom>
          <a:solidFill>
            <a:srgbClr val="E9EFF3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85632" y="480060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large-scale generation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Architecture Shines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Understanding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analysis, spam detection, named entity recognition, extractive QA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28800"/>
            <a:ext cx="269748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Open-Ended Generation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70332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creative writing, code completion, dialogue systems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2697480" cy="77724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Text-to-Text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370332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Summarization, machine translation, multi-task NLP pipelines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4F7F9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828800"/>
            <a:ext cx="2697480" cy="777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55480" y="27889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Large-Scale Generation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55480" y="370332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assistants, reasoning, on-prem generative deployments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follows objective.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"best" Transformer architecture. BERT's bidirectional encoder excels at understanding; GPT's causal decoder excels at generation; T5's encoder-decoder excels at flexible text-to-text tasks; and LLaMA refines the decoder-only design for efficient, large-scale deployment.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B4C9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4108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4108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efficiently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GPT · T5 · LLaMA — 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2026-08-22T08:12:47Z</dcterms:created>
  <dcterms:modified xsi:type="dcterms:W3CDTF">2026-08-22T08:12:47Z</dcterms:modified>
</cp:coreProperties>
</file>